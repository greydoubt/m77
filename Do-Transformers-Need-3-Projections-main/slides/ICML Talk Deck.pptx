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54864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FFFFFF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QKV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Transformers Need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Projections?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Study of QKV Projection-Sharing Variants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3886200"/>
            <a:ext cx="137160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4206240"/>
            <a:ext cx="2556662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206240"/>
            <a:ext cx="255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KV cache reduction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8494" y="4206240"/>
            <a:ext cx="2457907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1B9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8494" y="4206240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+3.1% perplexity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5002" y="4206240"/>
            <a:ext cx="2457907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EA8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002" y="4206240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with GQA / MQA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349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Kayyam   ·   Anusha Madan Gopal   ·   M. Anthony Lewis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BrainChip Inc., Laguna Hills, CA, USA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three projections?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attention head learns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 linear maps of each token 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This redundancy is rarely questioned.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52928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RNNs &amp; State-Space Models use unified internal representations. Transformers keep three. Is the tripartite design actually necessary?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0" y="1783080"/>
            <a:ext cx="109728" cy="1298448"/>
          </a:xfrm>
          <a:prstGeom prst="rect">
            <a:avLst/>
          </a:prstGeom>
          <a:solidFill>
            <a:srgbClr val="EA8A1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783080"/>
            <a:ext cx="50749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892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Q=K-V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03720" y="2496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Query &amp; Key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35440" y="19110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i="1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maps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3282696"/>
            <a:ext cx="109728" cy="1298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693408" y="3282696"/>
            <a:ext cx="50749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3924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Q-K=V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03720" y="3995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Key &amp; 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key result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782312"/>
            <a:ext cx="109728" cy="1298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4782312"/>
            <a:ext cx="50749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Q=K=V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03720" y="5495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projection for 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35440" y="4910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aggressive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Projection-shared attention variants</a:t>
            </a:r>
            <a:endParaRPr lang="en-US" sz="3000" dirty="0"/>
          </a:p>
        </p:txBody>
      </p:sp>
      <p:pic>
        <p:nvPicPr>
          <p:cNvPr id="4" name="Image 0" descr="/home/claude/qkv_project/images/qkv__1_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" y="1783080"/>
            <a:ext cx="11338560" cy="4045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attention — we only constrain which projections are tied.  </a:t>
            </a:r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(X)⁺</a:t>
            </a:r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variants add 2D positional encoding to restore directional asymmetry on non-causal tasks.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B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sharing is a new, orthogonal axis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85232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74520"/>
            <a:ext cx="777240" cy="777240"/>
          </a:xfrm>
          <a:prstGeom prst="ellipse">
            <a:avLst/>
          </a:prstGeom>
          <a:solidFill>
            <a:srgbClr val="EA8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Sharing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2880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/ MQA — PRIOR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number of KV heads in a layer.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285232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47688" y="187452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3911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Sharing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3524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65976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the K and V projection matrices (K = V).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806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0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0F1B33"/>
          </a:solidFill>
          <a:ln/>
        </p:spPr>
      </p:sp>
      <p:sp>
        <p:nvSpPr>
          <p:cNvPr id="18" name="Text 14"/>
          <p:cNvSpPr/>
          <p:nvPr/>
        </p:nvSpPr>
        <p:spPr>
          <a:xfrm>
            <a:off x="8686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GAINS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68680" y="46177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two operate on different dimensions, they stack.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68680" y="52120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EA8A1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5840" y="5285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2423160" y="52852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GQA-4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E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reduction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434840" y="52120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B9E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0" y="5285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87.5%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5989320" y="52852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Q-GQA-4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E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reduction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001000" y="52120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38160" y="5285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96.9%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9555480" y="52852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Q-MQA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E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LANGUAGE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Q-K=V is the winning projection variant</a:t>
            </a:r>
            <a:endParaRPr lang="en-US" sz="3000" dirty="0"/>
          </a:p>
        </p:txBody>
      </p:sp>
      <p:pic>
        <p:nvPicPr>
          <p:cNvPr id="4" name="Image 0" descr="/home/claude/qkv_project/images/fig_projection_sha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7040880" cy="2748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233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params · 10B tokens · SlimPajama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909560" y="1783080"/>
            <a:ext cx="91440" cy="1298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8165592" y="18013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183880" y="24414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cost of Q-K=V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8388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QKV baseline (5.27 vs 5.11)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264408"/>
            <a:ext cx="91440" cy="1298448"/>
          </a:xfrm>
          <a:prstGeom prst="rect">
            <a:avLst/>
          </a:prstGeom>
          <a:solidFill>
            <a:srgbClr val="1B9E5A"/>
          </a:solidFill>
          <a:ln/>
        </p:spPr>
      </p:sp>
      <p:sp>
        <p:nvSpPr>
          <p:cNvPr id="11" name="Text 8"/>
          <p:cNvSpPr/>
          <p:nvPr/>
        </p:nvSpPr>
        <p:spPr>
          <a:xfrm>
            <a:off x="8165592" y="32826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9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183880" y="39227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reduction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83880" y="4224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 only, reuse it as V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09560" y="4745736"/>
            <a:ext cx="91440" cy="1298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8165592" y="47640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+25.4%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183880" y="5404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Q=K=V collapses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83880" y="57058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projection too restrictive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Q-K=V works — and Q=K-V doesn't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60520"/>
          </a:xfrm>
          <a:prstGeom prst="roundRect">
            <a:avLst>
              <a:gd name="adj" fmla="val 1538"/>
            </a:avLst>
          </a:prstGeom>
          <a:solidFill>
            <a:srgbClr val="F1FAF4"/>
          </a:solidFill>
          <a:ln w="15875">
            <a:solidFill>
              <a:srgbClr val="1B9E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7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Q-K=V  preserves quality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Values share representational space —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attention QKᵀ stays asymmetric.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trained QKV models: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K–V cosine similarity 0.73 — highly redundant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effective rank (687 vs 702 / 1024)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stays distinct: cos(Q,K)=0.42, cos(Q,V)=0.31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68112" cy="4160520"/>
          </a:xfrm>
          <a:prstGeom prst="roundRect">
            <a:avLst>
              <a:gd name="adj" fmla="val 1538"/>
            </a:avLst>
          </a:prstGeom>
          <a:solidFill>
            <a:srgbClr val="FDF2F2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874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Q=K-V  breaks directionality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46520" y="2514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Q = K makes the attention map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(KKᵀ)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destroying the causal directionality language modeling needs.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46520" y="352044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gives nothing back: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+4.9% perplexity degradation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cache benefit — still caches K and V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Q=K=V inherits both flaws → +25.4%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SYNERGY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 pushes the efficiency frontier</a:t>
            </a:r>
            <a:endParaRPr lang="en-US" sz="3000" dirty="0"/>
          </a:p>
        </p:txBody>
      </p:sp>
      <p:pic>
        <p:nvPicPr>
          <p:cNvPr id="4" name="Image 0" descr="/home/claude/qkv_project/images/pareto_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5120640" cy="383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sharing fills the gap between the QKV baseline and head-sharing methods — then combines with them.</a:t>
            </a:r>
            <a:endParaRPr lang="en-US" sz="1650" dirty="0"/>
          </a:p>
        </p:txBody>
      </p:sp>
      <p:pic>
        <p:nvPicPr>
          <p:cNvPr id="6" name="Image 1" descr="/home/claude/qkv_project/images/fig_head_sharing_combi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43200"/>
            <a:ext cx="5577840" cy="1967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5074920"/>
            <a:ext cx="5650992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0" y="5166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Q-MQA  </a:t>
            </a:r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96.9% cache cut at &lt;5% quality loss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7920" y="55961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variants converge cleanly — no training instabilities, no special initialization.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SCALE &amp; GENERALITY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at 1.2B and on downstream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1.2B PARAMETERS — VALIDATION</a:t>
            </a:r>
            <a:endParaRPr lang="en-US" sz="1250" dirty="0"/>
          </a:p>
        </p:txBody>
      </p:sp>
      <p:pic>
        <p:nvPicPr>
          <p:cNvPr id="5" name="Image 0" descr="/home/claude/qkv_project/images/15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532120" cy="14025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68469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rankings stay consistent from 300M → 1.2B. Q-K=V degradation actually shrinks (3.1% → 2.48%).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5-SHOT DOWNSTREAM ACCURACY (1.2B)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QKV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Q-K=V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GQA-8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Q-GQA-8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Q-MQA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498348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1FAF4"/>
          </a:solidFill>
          <a:ln w="13970">
            <a:solidFill>
              <a:srgbClr val="1B9E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5120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≠ capability.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Q-K=V trails QKV by 2.48% perplexity but only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0.41% downstream accuracy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while halving the cache.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·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variant, when?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EA8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93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quality first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349240" y="202996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A8A1E"/>
          </a:solidFill>
          <a:ln/>
        </p:spPr>
      </p:sp>
      <p:sp>
        <p:nvSpPr>
          <p:cNvPr id="9" name="Text 6"/>
          <p:cNvSpPr/>
          <p:nvPr/>
        </p:nvSpPr>
        <p:spPr>
          <a:xfrm>
            <a:off x="534924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GQA-4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52360" y="178308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26880" y="1783080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↓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1091672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08152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19125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880360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balanced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349240" y="312724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534924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Q-K=V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52360" y="288036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326880" y="2880360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↓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11091672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178808"/>
            <a:ext cx="548640" cy="548640"/>
          </a:xfrm>
          <a:prstGeom prst="ellipse">
            <a:avLst/>
          </a:prstGeom>
          <a:solidFill>
            <a:srgbClr val="1B9E5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8853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977640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aggressive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349240" y="422452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B9E5A"/>
          </a:solidFill>
          <a:ln/>
        </p:spPr>
      </p:sp>
      <p:sp>
        <p:nvSpPr>
          <p:cNvPr id="25" name="Text 20"/>
          <p:cNvSpPr/>
          <p:nvPr/>
        </p:nvSpPr>
        <p:spPr>
          <a:xfrm>
            <a:off x="5349240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Q-GQA-4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452360" y="397764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326880" y="3977640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↓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48640" y="5074920"/>
            <a:ext cx="11091672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B33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77240" y="527608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385816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08760" y="5074920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Mobile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5349240" y="532180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3" name="Text 27"/>
          <p:cNvSpPr/>
          <p:nvPr/>
        </p:nvSpPr>
        <p:spPr>
          <a:xfrm>
            <a:off x="5349240" y="5321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Q-MQA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452360" y="507492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9326880" y="5074920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↓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sharing is a free, stackable knob — choose how far down the cache you go.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 don't need three projections.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3232" y="2286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23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240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V is enough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54480" y="2670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Key &amp; Value gives 50% KV-cache reduction with only +3.1% (300M) / +2.48% (1.2B) perplexity.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657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Asymmetry is what matters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554480" y="3904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needs Q distinct from a shared K-V — not three independent projections. Q=K breaks it.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13232" y="4754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8920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709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Orthogonal to head sharing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554480" y="51389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with GQA/MQA: up to 96.9% cache reduction, enabling practical billion-parameter edge inference.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85800" y="6126480"/>
            <a:ext cx="108356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" y="6126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github.com/anushamadan02/Do-Transformers-Need-3-Projections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Transformers Need Three Projections?</dc:title>
  <dc:subject>PptxGenJS Presentation</dc:subject>
  <dc:creator>Ali Kayyam, Anusha Madan Gopal, M. Anthony Lewis</dc:creator>
  <cp:lastModifiedBy>Ali Kayyam, Anusha Madan Gopal, M. Anthony Lewis</cp:lastModifiedBy>
  <cp:revision>1</cp:revision>
  <dcterms:created xsi:type="dcterms:W3CDTF">2026-05-30T22:36:26Z</dcterms:created>
  <dcterms:modified xsi:type="dcterms:W3CDTF">2026-05-30T22:36:26Z</dcterms:modified>
</cp:coreProperties>
</file>